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f2668feec14243" /><Relationship Type="http://schemas.openxmlformats.org/officeDocument/2006/relationships/extended-properties" Target="/docProps/app.xml" Id="R99a6d46b24c64b02" /><Relationship Type="http://schemas.openxmlformats.org/officeDocument/2006/relationships/officeDocument" Target="/ppt/presentation.xml" Id="R19299cafa38243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57aea42d97414d"/>
  </p:sldMasterIdLst>
  <p:notesMasterIdLst>
    <p:notesMasterId xmlns:r="http://schemas.openxmlformats.org/officeDocument/2006/relationships" r:id="Rff33cb336cc248b1"/>
  </p:notesMasterIdLst>
  <p:sldIdLst>
    <p:sldId xmlns:r="http://schemas.openxmlformats.org/officeDocument/2006/relationships" id="256" r:id="R8a7bed6e8c634399"/>
    <p:sldId xmlns:r="http://schemas.openxmlformats.org/officeDocument/2006/relationships" id="257" r:id="R7710db20a40749b5"/>
    <p:sldId xmlns:r="http://schemas.openxmlformats.org/officeDocument/2006/relationships" id="258" r:id="R91f9f935b8744be8"/>
    <p:sldId xmlns:r="http://schemas.openxmlformats.org/officeDocument/2006/relationships" id="259" r:id="Rf16dc0c0ccb846b4"/>
    <p:sldId xmlns:r="http://schemas.openxmlformats.org/officeDocument/2006/relationships" id="260" r:id="R2737fe48734a4ce5"/>
    <p:sldId xmlns:r="http://schemas.openxmlformats.org/officeDocument/2006/relationships" id="261" r:id="R4cad15821ae24f1d"/>
    <p:sldId xmlns:r="http://schemas.openxmlformats.org/officeDocument/2006/relationships" id="262" r:id="R05c9bf07f7da49ab"/>
    <p:sldId xmlns:r="http://schemas.openxmlformats.org/officeDocument/2006/relationships" id="263" r:id="R3a7d9398486747b0"/>
    <p:sldId xmlns:r="http://schemas.openxmlformats.org/officeDocument/2006/relationships" id="264" r:id="R33e73f3d47254672"/>
    <p:sldId xmlns:r="http://schemas.openxmlformats.org/officeDocument/2006/relationships" id="265" r:id="R5f6323028dd14d90"/>
    <p:sldId xmlns:r="http://schemas.openxmlformats.org/officeDocument/2006/relationships" id="266" r:id="R2fb0411ed17b40d0"/>
    <p:sldId xmlns:r="http://schemas.openxmlformats.org/officeDocument/2006/relationships" id="267" r:id="R5f1d8d63cac64c21"/>
    <p:sldId xmlns:r="http://schemas.openxmlformats.org/officeDocument/2006/relationships" id="268" r:id="R371382a68c82490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6a9408caa44f24" /><Relationship Type="http://schemas.openxmlformats.org/officeDocument/2006/relationships/slideMaster" Target="/ppt/slideMasters/slideMaster1.xml" Id="R5057aea42d97414d" /><Relationship Type="http://schemas.openxmlformats.org/officeDocument/2006/relationships/notesMaster" Target="/ppt/notesMasters/notesMaster1.xml" Id="Rff33cb336cc248b1" /><Relationship Type="http://schemas.openxmlformats.org/officeDocument/2006/relationships/presProps" Target="/ppt/presProps.xml" Id="Rf805849e26f54f78" /><Relationship Type="http://schemas.openxmlformats.org/officeDocument/2006/relationships/tableStyles" Target="/ppt/tableStyles.xml" Id="Rf98e8af1ce4041e1" /><Relationship Type="http://schemas.openxmlformats.org/officeDocument/2006/relationships/slide" Target="/ppt/slides/slide1.xml" Id="R8a7bed6e8c634399" /><Relationship Type="http://schemas.openxmlformats.org/officeDocument/2006/relationships/slide" Target="/ppt/slides/slide2.xml" Id="R7710db20a40749b5" /><Relationship Type="http://schemas.openxmlformats.org/officeDocument/2006/relationships/slide" Target="/ppt/slides/slide3.xml" Id="R91f9f935b8744be8" /><Relationship Type="http://schemas.openxmlformats.org/officeDocument/2006/relationships/slide" Target="/ppt/slides/slide4.xml" Id="Rf16dc0c0ccb846b4" /><Relationship Type="http://schemas.openxmlformats.org/officeDocument/2006/relationships/slide" Target="/ppt/slides/slide5.xml" Id="R2737fe48734a4ce5" /><Relationship Type="http://schemas.openxmlformats.org/officeDocument/2006/relationships/slide" Target="/ppt/slides/slide6.xml" Id="R4cad15821ae24f1d" /><Relationship Type="http://schemas.openxmlformats.org/officeDocument/2006/relationships/slide" Target="/ppt/slides/slide7.xml" Id="R05c9bf07f7da49ab" /><Relationship Type="http://schemas.openxmlformats.org/officeDocument/2006/relationships/slide" Target="/ppt/slides/slide8.xml" Id="R3a7d9398486747b0" /><Relationship Type="http://schemas.openxmlformats.org/officeDocument/2006/relationships/slide" Target="/ppt/slides/slide9.xml" Id="R33e73f3d47254672" /><Relationship Type="http://schemas.openxmlformats.org/officeDocument/2006/relationships/slide" Target="/ppt/slides/slide10.xml" Id="R5f6323028dd14d90" /><Relationship Type="http://schemas.openxmlformats.org/officeDocument/2006/relationships/slide" Target="/ppt/slides/slide11.xml" Id="R2fb0411ed17b40d0" /><Relationship Type="http://schemas.openxmlformats.org/officeDocument/2006/relationships/slide" Target="/ppt/slides/slide12.xml" Id="R5f1d8d63cac64c21" /><Relationship Type="http://schemas.openxmlformats.org/officeDocument/2006/relationships/slide" Target="/ppt/slides/slide13.xml" Id="R371382a68c8249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f1126ff9ba4d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96ed586b674eab" /><Relationship Type="http://schemas.openxmlformats.org/officeDocument/2006/relationships/notesMaster" Target="/ppt/notesMasters/notesMaster1.xml" Id="Rc03bff8b39584f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36cef24ec946da" /><Relationship Type="http://schemas.openxmlformats.org/officeDocument/2006/relationships/notesMaster" Target="/ppt/notesMasters/notesMaster1.xml" Id="Ra868e76f8b8246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cb3e306e444f9c" /><Relationship Type="http://schemas.openxmlformats.org/officeDocument/2006/relationships/notesMaster" Target="/ppt/notesMasters/notesMaster1.xml" Id="R724ff5075a714c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187c1cb78043cf" /><Relationship Type="http://schemas.openxmlformats.org/officeDocument/2006/relationships/notesMaster" Target="/ppt/notesMasters/notesMaster1.xml" Id="Rb3f0102b430444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03830c4ef248dd" /><Relationship Type="http://schemas.openxmlformats.org/officeDocument/2006/relationships/notesMaster" Target="/ppt/notesMasters/notesMaster1.xml" Id="Raab02fd24d5d44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539a1058f14b19" /><Relationship Type="http://schemas.openxmlformats.org/officeDocument/2006/relationships/notesMaster" Target="/ppt/notesMasters/notesMaster1.xml" Id="Rc498ec5412a143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0877ad312e479d" /><Relationship Type="http://schemas.openxmlformats.org/officeDocument/2006/relationships/notesMaster" Target="/ppt/notesMasters/notesMaster1.xml" Id="Rbbd8ecee04ea4c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d15074051c4a37" /><Relationship Type="http://schemas.openxmlformats.org/officeDocument/2006/relationships/notesMaster" Target="/ppt/notesMasters/notesMaster1.xml" Id="R0f9c8456715940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e6b9d6436840e0" /><Relationship Type="http://schemas.openxmlformats.org/officeDocument/2006/relationships/notesMaster" Target="/ppt/notesMasters/notesMaster1.xml" Id="Rfa78b679346c45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2a4d2586724685" /><Relationship Type="http://schemas.openxmlformats.org/officeDocument/2006/relationships/notesMaster" Target="/ppt/notesMasters/notesMaster1.xml" Id="Rbb65200cadc341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8ebf584c6848a6" /><Relationship Type="http://schemas.openxmlformats.org/officeDocument/2006/relationships/notesMaster" Target="/ppt/notesMasters/notesMaster1.xml" Id="R2a32d6d7847244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08d5f89f6545dd" /><Relationship Type="http://schemas.openxmlformats.org/officeDocument/2006/relationships/notesMaster" Target="/ppt/notesMasters/notesMaster1.xml" Id="Rc7d0095f3ef146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085baf0db14851" /><Relationship Type="http://schemas.openxmlformats.org/officeDocument/2006/relationships/notesMaster" Target="/ppt/notesMasters/notesMaster1.xml" Id="R99a56d302ee94b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21aba7f1248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07ed8b233343ed" /><Relationship Type="http://schemas.openxmlformats.org/officeDocument/2006/relationships/slideLayout" Target="/ppt/slideLayouts/slideLayout1.xml" Id="Rea1f273b871441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1f273b871441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1e0978f994f10" /><Relationship Type="http://schemas.openxmlformats.org/officeDocument/2006/relationships/notesSlide" Target="/ppt/notesSlides/notesSlide1.xml" Id="Rcdbbc86ce68d44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ec28b24e945e8" /><Relationship Type="http://schemas.openxmlformats.org/officeDocument/2006/relationships/notesSlide" Target="/ppt/notesSlides/notesSlide2.xml" Id="R846716b6eece45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1730f34c04116" /><Relationship Type="http://schemas.openxmlformats.org/officeDocument/2006/relationships/notesSlide" Target="/ppt/notesSlides/notesSlide3.xml" Id="R3cad2088f32040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698a90d9c433d" /><Relationship Type="http://schemas.openxmlformats.org/officeDocument/2006/relationships/notesSlide" Target="/ppt/notesSlides/notesSlide4.xml" Id="Rdf28b184476040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38153c72b417d" /><Relationship Type="http://schemas.openxmlformats.org/officeDocument/2006/relationships/notesSlide" Target="/ppt/notesSlides/notesSlide5.xml" Id="R79bf10aa795343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eb728859e4eca" /><Relationship Type="http://schemas.openxmlformats.org/officeDocument/2006/relationships/notesSlide" Target="/ppt/notesSlides/notesSlide6.xml" Id="R35e84fd18ee343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6623db76742e6" /><Relationship Type="http://schemas.openxmlformats.org/officeDocument/2006/relationships/notesSlide" Target="/ppt/notesSlides/notesSlide7.xml" Id="R039b14720cbb41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533c1fda643f9" /><Relationship Type="http://schemas.openxmlformats.org/officeDocument/2006/relationships/notesSlide" Target="/ppt/notesSlides/notesSlide8.xml" Id="R2391fa7f1a0748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099be6dd0486b" /><Relationship Type="http://schemas.openxmlformats.org/officeDocument/2006/relationships/chart" Target="/ppt/slides/charts/chart1.xml" Id="R1ad617228e914007" /><Relationship Type="http://schemas.openxmlformats.org/officeDocument/2006/relationships/notesSlide" Target="/ppt/notesSlides/notesSlide9.xml" Id="R5647efba4b3346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4f473d54c4242" /><Relationship Type="http://schemas.openxmlformats.org/officeDocument/2006/relationships/notesSlide" Target="/ppt/notesSlides/notesSlide10.xml" Id="R2f450cb19a4643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0b84fd9834353" /><Relationship Type="http://schemas.openxmlformats.org/officeDocument/2006/relationships/notesSlide" Target="/ppt/notesSlides/notesSlide11.xml" Id="R350efee6c1e44f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868a53a6143e8" /><Relationship Type="http://schemas.openxmlformats.org/officeDocument/2006/relationships/notesSlide" Target="/ppt/notesSlides/notesSlide12.xml" Id="R48b5ee0651854c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befeb0ec449c5" /><Relationship Type="http://schemas.openxmlformats.org/officeDocument/2006/relationships/notesSlide" Target="/ppt/notesSlides/notesSlide13.xml" Id="R5a0df79b22c543d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根因置信度（%）</c:v>
          </c:tx>
          <c:spPr>
            <a:solidFill xmlns:a="http://schemas.openxmlformats.org/drawingml/2006/main">
              <a:srgbClr val="1570EF"/>
            </a:solidFill>
          </c:spPr>
          <c:cat>
            <c:strLit>
              <c:ptCount val="3"/>
              <c:pt idx="0">
                <c:v>KV Cache 配置回归</c:v>
              </c:pt>
              <c:pt idx="1">
                <c:v>GPU 硬件退化</c:v>
              </c:pt>
              <c:pt idx="2">
                <c:v>回答质量回归</c:v>
              </c:pt>
            </c:strLit>
          </c:cat>
          <c:val>
            <c:numLit>
              <c:formatCode>General</c:formatCode>
              <c:ptCount val="3"/>
              <c:pt idx="0">
                <c:v>89</c:v>
              </c:pt>
              <c:pt idx="1">
                <c:v>23</c:v>
              </c:pt>
              <c:pt idx="2">
                <c:v>21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4F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0F4AD-A009-4EC5-B7C2-9199A366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GOAI · 新智基座 Agent Infra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6DA72-4322-4081-A3D7-ADFD70E5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InferGuard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8B121-689E-42EB-871F-094E187A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AI 推理服务零人工自愈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9BC2C-B294-401C-BBA2-3420EA18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可验证 · 可回滚 · 可审计的多 Agent 事故闭环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894CB-8865-417C-9B0E-5975C6D5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838200"/>
            <a:ext cx="3143250" cy="4572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9B47A-BD77-4897-B03B-914CCCAB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09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600A6-846C-443A-BC37-D565B3E9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可用性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B551A-A86D-49E9-BBCE-0FFB2651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10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回答质量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9277350" y="2095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2B3C7"/>
            </a:solidFill>
            <a:prstDash val="solid"/>
          </a:ln>
        </p:spPr>
      </p:cxnSp>
      <p:cxnSp>
        <p:nvCxnSpPr>
          <p:cNvPr id="22" name=""/>
          <p:cNvCxnSpPr/>
          <p:nvPr/>
        </p:nvCxnSpPr>
        <p:spPr>
          <a:xfrm xmlns:a="http://schemas.openxmlformats.org/drawingml/2006/main">
            <a:off x="9277350" y="32956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79455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8CA23-AF31-4A21-A2AA-E4CEF5E1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7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初赛方案 v0.1 · 2026.07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8CDC3-63C1-4BFC-86AC-0A39B1CE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01436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8DB2B6-79B1-43A1-9E29-D5471AFC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推理事故跨越六类信号，传统监控只看到其中一部分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1085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5C2E8-2AC5-4D7E-B627-1D4F3735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7D0AD-A71B-49C1-AC48-06F2A3A3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600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F374D-00D3-4EB1-863B-820DF60A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AI 网关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37847-2827-4C3E-9634-6465031D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409700"/>
            <a:ext cx="1600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2A0E2-2E7F-4DFB-B1B3-797DEA28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763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推理引擎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66180-C2D7-40C1-BABB-387A141F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09700"/>
            <a:ext cx="1600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B12CE-07A5-41C9-8A5F-4CD1A3E5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763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0266B-9159-4D2C-BCD1-DEA6BFC1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409700"/>
            <a:ext cx="1600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B229A-670F-45C4-B89C-C2F9780C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763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Kubernetes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1651C-3B1D-4EEF-BF8B-77CF15A6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09700"/>
            <a:ext cx="1600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57E66-3564-48A7-B08C-4B5D1FC4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rPr>
              <a:t>GenAI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DBAF1-D7C2-4A06-8928-55356065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409700"/>
            <a:ext cx="1600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DE15B-F365-4A86-8829-5B558832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4763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rPr>
              <a:t>质量探针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378F5-F5A7-47F8-A190-BC16D21D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33718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D95CE-EA3E-40F8-8405-D0EECFD8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7B088-D5E5-4601-805C-60CECBF6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告警割裂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665C5-8F16-4591-8676-E68F303F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95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错误率、TTFT、KV Cache、GPU 健康与版本变更分散在不同系统，人工拼接时间线。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12852-151B-4374-95C7-4208AC8B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66950"/>
            <a:ext cx="33718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499C1-9D61-4AEE-A2FA-D548883F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669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8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46E072-5918-4FE3-9503-A3A90D8D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76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恢复误判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7118A-7FC6-4BDE-87BF-E1541B26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33700"/>
            <a:ext cx="295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Pod Ready 或命令成功不代表业务恢复；模型输出质量可能已经下降。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1E3F4-A332-4180-A402-49BCBC3E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33718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0C59E-8B3C-458A-9CAC-1D8CF1BB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267EC0-B093-4BDF-A2E8-BC956CD9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76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执行风险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904A7F-AEBA-40EC-AD16-BC912CD9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通用 Agent 裸调 Shell 难以控制权限、幂等、审批、回滚和审计边界。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133EE2-2DCC-4928-80DE-218DD3A1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机会：用职责隔离的 Agent 团队，把诊断、治理、执行与验证做成一个有证据的闭环。</a:t>
            </a:r>
          </a:p>
        </p:txBody>
      </p:sp>
    </p:spTree>
    <p:extLst>
      <p:ext uri="{BB962C8B-B14F-4D97-AF65-F5344CB8AC3E}">
        <p14:creationId xmlns:p14="http://schemas.microsoft.com/office/powerpoint/2010/main" val="2110823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CFB3A7-34AF-45FF-9C35-7DD5C981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一次灰度配置变更，在 9 分钟内完成归因、回切与验证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57200" y="1085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1636A-92D8-4454-BDFD-95521195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914400" y="3429000"/>
            <a:ext cx="10191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4D069-E34E-44FE-92CC-6E505DE5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F1CB0-4E4F-4135-A5AB-BA935ACB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10:02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E4994-DC57-4D6D-B693-6820461E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v2 灰度 30%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D42A4-2149-4C96-A092-2C6DE425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137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max_model_len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8192 → 32768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AA2F1-0A08-458E-AA15-0B079BEE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2F715-0956-40FC-B950-36760352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10:10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76957-1B4B-4645-A33B-2F3DA4AF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481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SLO 告警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E74AA-CB2B-419B-9FE5-544DDADB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137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5xx 9.2%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TTFT 4200ms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94D5A-9383-4E67-8F34-A9A88D9A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78117-2E4F-439A-89A7-B42718A8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10:12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762B9-136F-4D36-BFA7-23890C6A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81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证据对齐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A6F3A-D2B2-45CD-A8A2-9C6A6333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67200"/>
            <a:ext cx="137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99% KV Cache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失败 Trace 集中 v2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35FF0-B02E-4742-A69D-EE32D44E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90171-7339-4051-90E8-3AD7A06D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10:14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2F0CB-F325-407B-B9EF-869E0A60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安全授权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A51FD-333D-4C5C-AD21-4617A9F5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37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L1 · 白名单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可逆 + 幂等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5629E-0E3A-4486-8138-EF02174C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955A7-9D3A-4F4F-9630-8C8F6347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10:16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3EC5C-A6B5-4BF6-B762-E9C1ADDD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分步回切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95E88-35B2-43E8-929C-20225A12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67200"/>
            <a:ext cx="137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每次排空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10% 灰度流量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9897C6-2760-4D59-92FF-6E9A43E2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0220E-8A9B-446E-B438-626327B1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8130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10:19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C2F25E-77ED-4FA2-80AF-2345DD0F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481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三维验证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392629-61C5-472A-AEB6-610EFA8E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267200"/>
            <a:ext cx="137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可用性 + 性能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+ 回答质量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9E5E11-A6FE-4FB9-9275-9F5C1F84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仿真场景数据为团队原创，不含真实企业日志或用户数据。</a:t>
            </a:r>
          </a:p>
        </p:txBody>
      </p:sp>
    </p:spTree>
    <p:extLst>
      <p:ext uri="{BB962C8B-B14F-4D97-AF65-F5344CB8AC3E}">
        <p14:creationId xmlns:p14="http://schemas.microsoft.com/office/powerpoint/2010/main" val="2076778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6113F4-BB02-4F15-990B-47C4E469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AgentTeams 负责协作，Skill 负责能力，MCP 负责连接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1085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8F92C-4100-4F96-9EC7-C3942021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技术基点：AgentTeams（原 HiClaw）Manager–Workers 架构，hiclaw.io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4AB22-2B48-49EF-8B82-D5FB2F59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2286000" y="3095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4095750" y="3095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5905500" y="3095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7715250" y="3095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9525000" y="3095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00475-C795-4D7B-B377-DBFDC810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1571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8A42F-02B4-45BC-9225-9C709043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479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9FA75-A6F5-43B3-90B1-143F586C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告警归并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34E24-179C-42A6-B5F1-10141449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19350"/>
            <a:ext cx="1571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24B37-C896-457A-86B7-B72B0392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479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BB327-D5AB-466C-BD23-0A9CD295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432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证据归因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ECC1E-AC72-470D-85DB-ED7DF1E2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19350"/>
            <a:ext cx="1571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6E6D4-AA9E-448C-8070-78CF3644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479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Safety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62484-2EAB-465A-BE6B-0FF5F067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432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策略授权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48E7B-F4D3-43E8-9D50-B99B05E1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19350"/>
            <a:ext cx="1571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BEB22-322C-4DE7-93DF-34A5653E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6479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A1F19-1F66-44DD-AF99-5DBC5126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1432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安全回切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DD1C8-40EA-4504-90B7-CF55A8FC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19350"/>
            <a:ext cx="1571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B8541-BF07-4507-BA26-ECD5120C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479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CDBBF0-095A-475E-BD8F-1FB3AA00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432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独立验证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A15D68-09B8-43C3-AAD5-C99BE46D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19350"/>
            <a:ext cx="1571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C72E84-0D89-4E3D-8D34-C529FFD0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6479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Learn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8EA0C-21D9-4691-B97F-B2EBCEDB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432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复盘沉淀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3CC96D-83C0-4024-82B3-FA4FDAA9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71600"/>
            <a:ext cx="438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2CDC44-614D-45A9-9F6E-FB886CBC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1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Incident Commander · AgentTeams Manager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AC07D5-463F-4B15-9D62-F1C77A08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91050"/>
            <a:ext cx="23336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A559A9-A19E-4087-B0A0-55A2B40B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577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共享 Incident State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DB13A4-0FE8-406E-B812-70CEBD61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91050"/>
            <a:ext cx="23336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8139B7-2B18-48F7-AD96-17C5976D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77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Matrix 可见协作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B09424-C995-40F6-81ED-7F2F5947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91050"/>
            <a:ext cx="23336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848B1A-9E14-4E10-8BC9-C4857B4E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577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Higress 凭据隔离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A1BE25-2838-45B6-9C44-C3703E2C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当前 PoC 使用同一编排契约的确定性适配器；复赛迁移时不改变 Agent / Skill I/O。</a:t>
            </a:r>
          </a:p>
        </p:txBody>
      </p:sp>
    </p:spTree>
    <p:extLst>
      <p:ext uri="{BB962C8B-B14F-4D97-AF65-F5344CB8AC3E}">
        <p14:creationId xmlns:p14="http://schemas.microsoft.com/office/powerpoint/2010/main" val="14956343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1089E7-EF73-450D-AAE0-00260A2A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六个身份互相制衡：执行者无权授权，也无权宣布恢复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1085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0206A-D6CF-41DC-8D03-B420A9A8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Identity 字段遵循 GOAI 参赛手册附录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93B13-E9AB-46A0-99AF-DEE5F5E9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B12FB-98FC-4C36-BAA1-875E387F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3429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4DD2E-DD85-4F40-8054-6FC8DC8D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3C3A5-5618-43E3-80E5-88805C77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Commander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8D919-BE4A-4101-926D-63635C67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拆解任务 / 推进状态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边界：不能执行生产动作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EAC47-3710-4311-AB78-9E7BB3E5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09700"/>
            <a:ext cx="3429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D2940-B285-4003-B6CF-B7D42748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097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F1531-5678-4084-B7DF-D0A51395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192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Signal Analyst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0A752-96ED-4BFF-B0AA-6EC2DFE9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归并告警 / 识别影响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边界：只读信号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B6A8C-3FAE-4858-A0EB-0ED7785D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09700"/>
            <a:ext cx="3429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1710D-A1C8-4D94-9864-28A9D8B9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097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789FE-EAB9-477A-9A7C-C3A0FEF6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192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RCA Investigator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AC00E-AF7D-4865-8100-DBC37A3C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7645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根因候选 / 证据与反证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边界：不能修复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85B2A-A74C-4B12-BF04-D66B4996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3429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3E47B-6ACF-4EEC-89CF-72A812A8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8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30D07-F6E0-4479-A810-243395D5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Safety Governor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365CF-124B-4879-902D-338479AD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风险 / 白名单 / 审批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边界：不能执行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307D3-5342-4409-BB89-C7FD39D6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19500"/>
            <a:ext cx="3429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57A8B-2DA0-4712-9728-45FF3E47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195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A9DCD-EBBF-4FB8-8E8A-796DB16A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29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Executor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529FF-FE21-4768-AB86-8FB46057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8625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参数化幂等动作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边界：不能自我授权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8F9D72-BF01-4C57-8C29-22581247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3429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E307E-973C-4309-AFDD-EA1CE08F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C543F7-68ED-44EE-A914-F671B980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Recovery &amp; Learning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0CF812-D33F-48E5-92AF-D66C771C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8625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SLO 验证 / 复盘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边界：不能执行原修复</a:t>
            </a:r>
          </a:p>
        </p:txBody>
      </p:sp>
    </p:spTree>
    <p:extLst>
      <p:ext uri="{BB962C8B-B14F-4D97-AF65-F5344CB8AC3E}">
        <p14:creationId xmlns:p14="http://schemas.microsoft.com/office/powerpoint/2010/main" val="202564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E64998-078A-4360-A85F-D7FBA05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状态机让每次自主行动都有前置条件和失败出口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57200" y="1085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F3B9D-CE52-4C9D-A445-0467028B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2047875" y="24288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3857625" y="24288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5667375" y="24288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7477125" y="24288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9286875" y="24288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E9C6A-ECE2-4B03-B331-1AEA6DC1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1571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C7986-90A4-4317-B07F-6E6B6FF5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419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DETECTED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B60AF-95A4-4B95-9C91-6BBCBBCF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57400"/>
            <a:ext cx="1571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9F6D5-E5EB-49F4-BDA2-F49848E8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05050"/>
            <a:ext cx="1419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INVESTIGATING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81EC6-E5EA-4957-B798-B607E4DA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57400"/>
            <a:ext cx="1571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E2E01-AE51-4E3D-B3FF-4327464D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05050"/>
            <a:ext cx="1419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PLANNED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71A55-FB5E-456A-9CE8-56C4A0DB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57400"/>
            <a:ext cx="1571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0CBE1-CDD0-4BBE-BDFF-63ABBEC5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05050"/>
            <a:ext cx="1419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680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C6803"/>
                </a:solidFill>
                <a:latin typeface="Microsoft YaHei"/>
                <a:ea typeface="Microsoft YaHei"/>
                <a:cs typeface="Microsoft YaHei"/>
              </a:rPr>
              <a:t>AUTHORIZED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BA3BE-55E2-477B-883E-7D8FE46B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57400"/>
            <a:ext cx="1571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519BB-71E6-424E-9EAF-2FEAB888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05050"/>
            <a:ext cx="1419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REMEDIATING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B9482-9C67-4702-AC16-D0C6F4B9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57400"/>
            <a:ext cx="1571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E2FFE-FAC7-4C42-81D9-F09968CA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05050"/>
            <a:ext cx="1419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VERIFYING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10048875" y="2800350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4810125" y="36385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2D20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54E0A5-DC2D-4AE0-8B4D-CA03E329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81450"/>
            <a:ext cx="3143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0F150E-A080-4420-875A-6D703AFB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481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rPr>
              <a:t>SLO 全部通过 → RECOVERED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2CA949-0138-4A72-87D2-29236924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81450"/>
            <a:ext cx="3714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66E1B4-91DE-4E0C-B1B1-F3B7AA4A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481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任一硬指标失败 → ROLLBACK → 重新调查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69FD54-D9B2-4555-8642-79BA69B3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29200"/>
            <a:ext cx="2190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BB2449-9097-4F9B-9C66-9F433CB8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95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680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C6803"/>
                </a:solidFill>
                <a:latin typeface="Microsoft YaHei"/>
                <a:ea typeface="Microsoft YaHei"/>
                <a:cs typeface="Microsoft YaHei"/>
              </a:rPr>
              <a:t>L2 → 人工审批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F07E18-D5A2-4E7E-8AF5-6FB682E0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29200"/>
            <a:ext cx="2190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AAF30F-D393-4800-A6CA-DC76ED1A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95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L3 → 只生成方案</a:t>
            </a:r>
          </a:p>
        </p:txBody>
      </p:sp>
    </p:spTree>
    <p:extLst>
      <p:ext uri="{BB962C8B-B14F-4D97-AF65-F5344CB8AC3E}">
        <p14:creationId xmlns:p14="http://schemas.microsoft.com/office/powerpoint/2010/main" val="958705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97488E-B0F4-4611-A584-4CBA762E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核心 Skill 是可复用工程契约，不是一次性提示词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57200" y="1085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E9203-31CA-4580-B09A-AF84179A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字段遵循 GOAI 参赛手册附录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BF9B1-3D00-45CB-8B41-961B93FD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66398-EC33-43EE-BF06-307945CC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5381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283D7-1C31-4AAE-98DC-AB1642C1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correlate-alerts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62DE1-4626-4064-9B68-955EF93B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Alert[] → Incident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222D1-BAF3-4402-9048-048F426C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478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去重 / 归并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668B6-9DE7-4039-879C-DC58EDD0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52550"/>
            <a:ext cx="5381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36DE6-65F4-454F-B29A-2939771C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collect-evidence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21E9B-C8F8-4DBA-AA42-4C9E97DD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Incident → Evidence[]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F65F0-A8BE-4AEF-9021-39C31589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478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部分失败显式缺口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BE922-6CB6-4B5A-BF04-DE8C13C5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5381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19EAA-171B-4405-ADC3-A1ADC000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rank-root-causes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5D499-7861-4F6A-A528-5255AF90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Evidence → Hypothesis[]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73B5E-2ABB-4C57-B713-9D8790EC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909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证据 + 反证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E1EAF-F79A-4AC5-854B-F30ED464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5381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810AD-8BD2-4EEF-9DCE-375124AD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authorize-action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CBC14-3364-4B3F-8EA5-9A699D50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Plan →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45F96-E9FB-4205-8DD9-B17BC4A5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909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策略不可用则拒绝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DE5D8-9134-4146-8940-89769437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5381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4D1EE7-979E-403D-940E-8072DA96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execute-safe-action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2316A-9899-4706-BDEC-B1C3FCE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Authorized Plan →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70D67-CCEC-4E09-A643-4BB85262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339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白名单 / 幂等 / 回滚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F20C8-78A0-4201-9AD5-7A8122DA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8650"/>
            <a:ext cx="5381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7AEBD9-EE64-405C-9ECF-AD741038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verify-and-postmortem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6FD21B-BF17-49A0-ADA7-5C53694A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SLI + Trace → 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34B2BC-87FD-4CCD-90AB-F4850E8E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339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硬 SLO 失败即回滚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A6A715-9486-4D1D-B6D0-8100BAAE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版本策略：SemVer + Golden/Badcase 数据集 + 可回滚发布；PoC 版本 0.1.0。</a:t>
            </a:r>
          </a:p>
        </p:txBody>
      </p:sp>
    </p:spTree>
    <p:extLst>
      <p:ext uri="{BB962C8B-B14F-4D97-AF65-F5344CB8AC3E}">
        <p14:creationId xmlns:p14="http://schemas.microsoft.com/office/powerpoint/2010/main" val="7697144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688A58-4F3D-4D6C-9DE1-E9FD2E76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同一套工具 Schema 同时服务 Mock、MCP 与真实生产系统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57200" y="1085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DA1BA-E99C-4BF7-80C5-4762C281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初赛采用等价工具契约；复赛增加 MCP 协议适配层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B9657-FFB2-44EC-9A38-CA5A4BBB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99769-D884-49BD-804B-4C144804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87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CEEDA-2838-473F-BF28-93F6F182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B692C-E526-4C89-807C-F725FA18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2390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33E13-2DAA-4638-BC0C-693824EC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62100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幂等 / 失败处理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372BF-4A3C-4616-A871-52D5A5AA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62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9384B-32BB-4EC6-A00C-6D973E9A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11087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B4BFC-C4E1-4CE2-9A9F-D1C3C033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query_inference_metrics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3E91B-9520-4E79-B4D2-F597F021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43125"/>
            <a:ext cx="2390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服务 + 时间窗只读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E1AE0-11E4-4DA6-9E4E-B182F258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143125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退避重试 2 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E03D2-D151-4BF4-9854-80734DBE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431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Prometheus / vLLM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25B31-FBF0-4119-8330-9CD73285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11087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66A0A-EB65-4585-BF2E-35C5041D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query_genai_traces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5DCA2-2624-4607-B8D8-1210FB84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2390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脱敏 Trace 只读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61674-346D-4069-B306-CF8B12D7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24150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cursor 一致分页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9E17E-07BE-4D87-973B-A2408E56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OpenTelemetry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397AD-9B23-417B-B2D9-FCC20051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71825"/>
            <a:ext cx="11087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57686-7899-48CB-A294-CFF43D0C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051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get_model_deployments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A0EA2-549F-4DC4-A214-3E8AC8AB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05175"/>
            <a:ext cx="2390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模型元数据只读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8053DA-E0B6-4D69-B485-0DF91CE0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305175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失败禁止自动修复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9C2265-1AA3-4DA7-88A5-1CEFE2FE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0517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Model Registry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EC3EA1-29CE-4A9B-8ACB-9AC8F8BE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11087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76DB01-9257-4B00-8714-CB355216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shift_canary_traffic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932C33-1FCF-415F-8003-48973E2E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86200"/>
            <a:ext cx="2390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单服务路由写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94629C-E181-4E0D-8701-94846B29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886200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幂等键 + 恢复旧比例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B8ECA7-338C-4EDB-8DF9-26FF3B74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862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Higress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691790-FDEE-4096-95A5-9CF8D1A3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1087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FA9B81-B50D-4581-A499-63200401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rollback_model_revision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5AA780-D939-4047-85B5-EA189679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67225"/>
            <a:ext cx="2390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白名单 revision 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0BF2E3-2488-4922-B91D-FFD0042C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467225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回滚引用 + 人工升级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26F4E1-7E8A-47A1-AE21-19F7FF61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672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Kubernetes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FF9DD3-74D3-4CE2-BF7E-24CBB9B2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11087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895B40-6C00-4CD7-B91A-D0321DF0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run_quality_probe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BB470A-7426-4BC8-BEC0-2A22C8AE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48250"/>
            <a:ext cx="2390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脱敏评测执行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015BF5-24F5-4DF2-BD08-A7B6A9F9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048250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固定 dataset / version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9782E7-4506-43EA-AC14-782A3E63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482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Golden Eval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BA2DD5-AF86-490F-9064-7DAA629A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所有写调用必须携带 incident_id、action_id、policy_version 和 idempotency_key。</a:t>
            </a:r>
          </a:p>
        </p:txBody>
      </p:sp>
    </p:spTree>
    <p:extLst>
      <p:ext uri="{BB962C8B-B14F-4D97-AF65-F5344CB8AC3E}">
        <p14:creationId xmlns:p14="http://schemas.microsoft.com/office/powerpoint/2010/main" val="5005900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501E8-61B2-4D4C-A926-E05CDB22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不是“看起来像”，而是把支持证据与反证对齐后再决策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57200" y="1085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98BDC-66EF-499B-8E51-7A145014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58102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d617228e91400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63810-BF64-43E6-B453-A6291F0F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287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C9BD7-16B0-4E91-8EE3-F3FB8354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287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87E75-7587-4393-AD73-70D42D5F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830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强证据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EA8B2-A969-4002-AB01-E3762B3A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v2 配置变更 + KV Cache 99% + 抢占日志 + 失败 Trace 集中 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E5982-8963-4371-A19D-D2C9DE37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9560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F6661-BAD5-4545-A84B-4EDBB509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956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8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13806-C380-47BE-A152-08D33A76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反证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2AF2F-9F56-4204-828C-0C80F322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623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9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GPU 温度与 ECC 正常；Golden Probe 质量分数仍高于阈值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56FF8-9B4F-4939-843C-5E67BF96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F5777-FB12-4793-A7BA-6FD72F8F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6960D-B104-460E-BF55-E40EBBFA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7200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自动化门槛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36941-CCCC-49E3-9CD5-4E78B4EC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2920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Top-1 &lt; 0.70 时禁止自动修复，继续补证或升级人工</a:t>
            </a:r>
          </a:p>
        </p:txBody>
      </p:sp>
    </p:spTree>
    <p:extLst>
      <p:ext uri="{BB962C8B-B14F-4D97-AF65-F5344CB8AC3E}">
        <p14:creationId xmlns:p14="http://schemas.microsoft.com/office/powerpoint/2010/main" val="16415804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B1344E-03D7-43F8-93CD-DDBB3427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“零人工”只覆盖可证明安全的动作，不等于无限自治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57200" y="1085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B59AE-65C9-4733-AA7A-EBB04422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E6CCB-B838-4D71-8953-4C3E8054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096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A03F8-C934-4D85-845B-5FC856B1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L0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2A6A7-FD03-4AC5-9EDC-7C201B4F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573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只读诊断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A6092-F1E2-42C0-BE3E-17E8E6CA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57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自动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BCC34-1329-4402-A464-2B9094A9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查询指标、日志、Trace、版本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D1F4F-CB62-453A-8152-734B1BF1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11096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CB32D-0F15-410C-A04F-83609C22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C1B93-FDE1-46E4-BB75-CC43DC0C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62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低风险可逆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67A73-DEF8-4AA6-922F-275E9416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rPr>
              <a:t>自动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432F5-1769-4D5A-AE33-882C98CA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排空灰度流量、单 Pod 重启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B84AB-C352-4CA6-9E42-D5D5909C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11096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793FD-7F5A-486E-B530-331486F8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C680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6803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50058-473C-4E76-B78F-5EE536D7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671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扩大影响面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C27AB-B620-4F1B-B99A-400BEC23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671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680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6803"/>
                </a:solidFill>
                <a:latin typeface="Microsoft YaHei"/>
                <a:ea typeface="Microsoft YaHei"/>
                <a:cs typeface="Microsoft YaHei"/>
              </a:rPr>
              <a:t>人工审批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FE0E7-CA8C-46E8-BD9A-910A6EA5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生产配置、全量版本切换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02176-3F04-4807-8D7C-099D9C56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11096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9CA38-B9B7-4044-B304-79D9AE28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12003-A362-4C20-BF49-E1C0E11D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720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不可逆 / 数据风险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926DF-82B8-4BBF-AFB9-702B786A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720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禁止执行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74FF6-5B0C-49AB-8BA4-D6D44CDD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删库、删除集群、任意 Shell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40051-05D0-4BB8-BFEA-C13D36F4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执行前：白名单 + 参数范围 + 幂等键 + 回滚点 + 短期凭据；策略不可用时 fail closed。</a:t>
            </a:r>
          </a:p>
        </p:txBody>
      </p:sp>
    </p:spTree>
    <p:extLst>
      <p:ext uri="{BB962C8B-B14F-4D97-AF65-F5344CB8AC3E}">
        <p14:creationId xmlns:p14="http://schemas.microsoft.com/office/powerpoint/2010/main" val="1718522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304A7-4ACE-4D0A-B0CD-6F0DCA93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只有性能、可用性、质量同时恢复，事故才会关闭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57200" y="1085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122A0-69F0-4C4A-83A5-BE6612C8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B28DF-0A0A-4283-BF5A-935AB8F4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F373E-A199-4A5D-895A-4957F6AD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错误率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E7C21-8146-4073-B6A3-FABBA955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9.2%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4D95E-58FD-4E72-AAC2-4EC729F1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819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E4B96-6716-4963-B30B-E827490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62250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rPr>
              <a:t>0.3%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FF8E8-5548-4271-8806-1FEBE588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2324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ED4B6-549F-45CE-9F8D-159EE84A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909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rPr>
              <a:t>目标 &lt; 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80930-79AF-4C50-BDEB-829675DD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3CB01-5B06-4C34-8298-1B0D5C81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p99 TTFT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0A199-03F4-4787-8AE2-2A9B718D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6225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462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4200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3AFFA-D851-42E4-BAB2-464E53DC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19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BCF2A-2C52-46E7-82D4-B6C09BBC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52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rPr>
              <a:t>410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C255A-1A5E-43A9-AEA5-1FB3D972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24300"/>
            <a:ext cx="2324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375DD-81FF-4E29-9018-548BAA4F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909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rPr>
              <a:t>目标 &lt; 800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F3670-0371-4377-BB91-BBCE8C1A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3AC89-CCC5-4E80-B5C0-9127E896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431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回答质量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7495EA-687B-4D29-A768-9C2D8D2A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6225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0.93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4FB1F-1B54-450E-A017-7574C4AB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8194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06769-7C59-4A7D-8678-B9EB19F9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62250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rPr>
              <a:t>0.94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3B8D5-5DAF-428A-9955-EC68EE23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24300"/>
            <a:ext cx="2324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59F28-BD8E-4459-8863-7FE955F6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909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rPr>
              <a:t>目标 ≥ 0.90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4EBA9-4BF4-4E5F-9886-41F35560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验证 Agent 与执行 Agent 身份隔离；任一硬指标失败都会自动回滚并重新进入调查。</a:t>
            </a:r>
          </a:p>
        </p:txBody>
      </p:sp>
    </p:spTree>
    <p:extLst>
      <p:ext uri="{BB962C8B-B14F-4D97-AF65-F5344CB8AC3E}">
        <p14:creationId xmlns:p14="http://schemas.microsoft.com/office/powerpoint/2010/main" val="2030865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652C0-7DF9-443E-97EA-DF8F2DD8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PoC 已经能运行、能复现、能拦截危险动作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57200" y="1085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C56D0-C040-455C-8F68-8AC13F5B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59EC3-71DD-41E4-9D3D-005DEF0E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25717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DA590-C438-45E3-A2BC-D6A8EA0A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228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7 → 5 →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B86C5-7B17-4A65-A57A-D965861A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告警 → 唯一信号 → 事故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54B39-BB17-4312-A48E-EF76F1FD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81150"/>
            <a:ext cx="25717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7272F-ECB9-4CEB-9997-81A160E7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57400"/>
            <a:ext cx="2228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0.89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3C684-5EBB-49A1-A4A2-B10ADAA8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Top-1 根因置信度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C5F58-5DDE-4168-9983-6971CEF2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25717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F080C-C52D-486F-A285-9F02CFCE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2228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A3B14-8E00-4AD2-A400-A85C4792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结构化 Trace 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78D89-27B6-4E9B-A7AB-233D650D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81150"/>
            <a:ext cx="25717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C6A14-6A5A-4F8F-95E6-46B4BCEC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57400"/>
            <a:ext cx="2228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B39DD-041E-49A5-97A9-B2D8D89C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自动化测试通过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0C857-83F9-40F8-9E3E-44D116E9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334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FA681-530D-435E-8F7B-161F8ADC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4DC48-AB09-4D70-9AFE-19730A4E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运行入口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F9E55-C353-447E-BFCC-C645DCAB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python -m inferguard.cli demo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输出 incident.json + postmortem.md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0F7441-16DD-4E4E-A187-FCF1DE6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5334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E02BA-E16B-4DF4-A6BA-0B97B32A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FEF2B6-C50C-4AA5-8DF7-DDCE5308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053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安全证据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CA3CCB-9C01-470B-AE22-73989B73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6250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非白名单 delete_database 动作被 PermissionError 拒绝；恢复失败路径具备自动回滚。</a:t>
            </a:r>
          </a:p>
        </p:txBody>
      </p:sp>
    </p:spTree>
    <p:extLst>
      <p:ext uri="{BB962C8B-B14F-4D97-AF65-F5344CB8AC3E}">
        <p14:creationId xmlns:p14="http://schemas.microsoft.com/office/powerpoint/2010/main" val="18844940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33435D-17CE-4320-8B6B-03B81EFD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初赛证明闭环，复赛接入真实 AgentTeams 与生产工具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57200" y="1085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5234D-D01B-47FA-936C-5D80F69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1143000" y="3857625"/>
            <a:ext cx="952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86518-B2ED-4130-8006-13D4C529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308FF-04B7-4BB9-812B-7CDAF79E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9455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FB823-BF2A-493F-BD3C-41E17F16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可运行 PoC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5499A-90E7-4B80-8196-6AFD4B74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仿真事故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Identity / Skill 契约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0E311-56D4-48A6-87AF-41A65F3C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43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C4D4D-F5A9-4D62-AE74-8B2E50BF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24000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DD7C1-52F1-4085-A9B2-42730E0F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526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E1BE9-DD9E-4B97-87DE-F0E0A49E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098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AgentTeams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FED46-F4E4-4AB3-940C-DF049325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Manager / Workers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Matrix 共享状态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2AFAD-3EBF-4574-8D12-B83B2FA0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43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AE5F6-2FD5-4201-ADFD-B2157B0B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4000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C1912D-769B-4647-A717-284EFB4F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526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3DA3D-4C1F-4891-A081-90D72D28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真实 MCP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58146-86A9-4CE3-AB03-55D74B94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Higress / vLLM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Prometheus / K8s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04896-E7B5-4570-9C81-AE96E2F4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43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28F7F-CE0E-4BD0-8335-98844141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24000"/>
            <a:ext cx="2381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B5FB56-7CD1-41F9-94BF-3615F156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558D3-B54E-4834-AE98-DE10F191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98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评测与开源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2884F5-7877-40B2-A8DD-25CE21FD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241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事故回放集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Trace 看板 / Apache-2.0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5357F-0851-48F8-B0E9-98515921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743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CD58BD-532D-48FB-8082-6CF32A38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0439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目标：让 AI 推理事故从“专家经验”变成可验证、可治理、可复用的 Agent Infra。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362889-3BCA-499F-915D-E29CE6DF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开放范围：Agent Identity · Skill · MCP Schema · 仿真数据集 · 评测脚本</a:t>
            </a:r>
          </a:p>
        </p:txBody>
      </p:sp>
    </p:spTree>
    <p:extLst>
      <p:ext uri="{BB962C8B-B14F-4D97-AF65-F5344CB8AC3E}">
        <p14:creationId xmlns:p14="http://schemas.microsoft.com/office/powerpoint/2010/main" val="1460482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2026-07-22T06:24:04.6240000Z</dcterms:created>
  <dcterms:modified xsi:type="dcterms:W3CDTF">2026-07-22T06:24:04.6240000Z</dcterms:modified>
</coreProperties>
</file>